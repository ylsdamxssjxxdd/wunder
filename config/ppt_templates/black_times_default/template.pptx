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-1143000"/>
            <a:ext cx="4663440" cy="4663440"/>
          </a:xfrm>
          <a:prstGeom prst="ellipse">
            <a:avLst/>
          </a:prstGeom>
          <a:solidFill>
            <a:srgbClr val="00C9B6"/>
          </a:solidFill>
          <a:ln>
            <a:solidFill>
              <a:srgbClr val="00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084831"/>
            <a:ext cx="100584" cy="1508760"/>
          </a:xfrm>
          <a:prstGeom prst="rect">
            <a:avLst/>
          </a:prstGeom>
          <a:solidFill>
            <a:srgbClr val="00C9B6"/>
          </a:solidFill>
          <a:ln>
            <a:solidFill>
              <a:srgbClr val="00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0195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329"/>
                </a:solidFill>
                <a:latin typeface="Times New Roman"/>
                <a:ea typeface="SimHei"/>
                <a:cs typeface="Times New Roman"/>
              </a:rPr>
              <a:t>母版模板预览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44368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F2329"/>
                </a:solidFill>
                <a:latin typeface="Times New Roman"/>
                <a:ea typeface="SimHei"/>
                <a:cs typeface="Times New Roman"/>
              </a:rPr>
              <a:t>中文黑体 / English Times New Roman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440680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329"/>
                </a:solidFill>
                <a:latin typeface="Times New Roman"/>
                <a:ea typeface="SimHei"/>
                <a:cs typeface="Times New Roman"/>
              </a:rPr>
              <a:t>第一页使用封面版式，最后一页使用结尾版式，中间页按 type/layout 选择。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